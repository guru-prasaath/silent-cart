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Most of the "churn" has already happened. I will show how to stop the rest.</a:t>
            </a:r>
          </a:p>
          <a:p>
            <a:r>
              <a:t>SAY:</a:t>
            </a:r>
          </a:p>
          <a:p>
            <a:r>
              <a:t>- Good morning. I am Guru Prasaath.</a:t>
            </a:r>
          </a:p>
          <a:p>
            <a:r>
              <a:t>- FreshBasket asked two questions: which loyalty members will stop shopping, and what should we do about it?</a:t>
            </a:r>
          </a:p>
          <a:p>
            <a:r>
              <a:t>- Today they send the same offer to everyone. That wastes money.</a:t>
            </a:r>
          </a:p>
          <a:p>
            <a:r>
              <a:t>- In the next 12 minutes I will show four things:</a:t>
            </a:r>
          </a:p>
          <a:p>
            <a:r>
              <a:t>1. The churn number hides two very different problems.</a:t>
            </a:r>
          </a:p>
          <a:p>
            <a:r>
              <a:t>2. Members show warning signs about 2 months before they leave.</a:t>
            </a:r>
          </a:p>
          <a:p>
            <a:r>
              <a:t>3. A model that catches 3 out of 4 leavers, on data it never saw.</a:t>
            </a:r>
          </a:p>
          <a:p>
            <a:r>
              <a:t>4. A targeted plan that makes money instead of losing it.</a:t>
            </a:r>
          </a:p>
          <a:p>
            <a:r>
              <a:t>NEXT: Let me start with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Four numbers tell the whole story.</a:t>
            </a:r>
          </a:p>
          <a:p>
            <a:r>
              <a:t>SAY:</a:t>
            </a:r>
          </a:p>
          <a:p>
            <a:r>
              <a:t>- 80%: most members labelled "churned" had already stopped buying BEFORE April. They need a win-back offer, not a prediction.</a:t>
            </a:r>
          </a:p>
          <a:p>
            <a:r>
              <a:t>- 76%: among members who are still shopping, the model finds 76% of the ones who leave. When it flags someone, it is right 70% of the time. Normally only about 1 in 10 leave.</a:t>
            </a:r>
          </a:p>
          <a:p>
            <a:r>
              <a:t>- 37%: members with 3 or more support tickets leave at 37%, compared with 4% for members with none. Service problems drive churn.</a:t>
            </a:r>
          </a:p>
          <a:p>
            <a:r>
              <a:t>- $3.6k: my targeted plan earns $3.6k. Today's coupon-for-everyone loses $15.4k.</a:t>
            </a:r>
          </a:p>
          <a:p>
            <a:r>
              <a:t>POINT AT: the dark box at the bottom. These are my 3 recommendations. I will come back to them at the end.</a:t>
            </a:r>
          </a:p>
          <a:p>
            <a:r>
              <a:t>NEXT: First, I checked whether the data could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I cleaned the data first, and I found 3 columns that "cheat".</a:t>
            </a:r>
          </a:p>
          <a:p>
            <a:r>
              <a:t>SAY:</a:t>
            </a:r>
          </a:p>
          <a:p>
            <a:r>
              <a:t>- I ran 28 data checks. Every check is logged in a file.</a:t>
            </a:r>
          </a:p>
          <a:p>
            <a:r>
              <a:t>- Problems I fixed: a hidden header row, duplicate rows, 55 broken spend values, impossible zeros and missing months.</a:t>
            </a:r>
          </a:p>
          <a:p>
            <a:r>
              <a:t>- Broken spend: "spend = transactions x basket size" is true for 99.8% of rows. So I could rebuild the wrong values exactly, without deleting any data.</a:t>
            </a:r>
          </a:p>
          <a:p>
            <a:r>
              <a:t>- Most important: 3 columns in the label table use April-June data. That is the period we are trying to predict. It is like seeing the exam answers. This is called "leakage".</a:t>
            </a:r>
          </a:p>
          <a:p>
            <a:r>
              <a:t>- I removed them. With them, the score would look better than it really is: 0.80 would become 0.87. An automatic test makes sure this cannot happen again.</a:t>
            </a:r>
          </a:p>
          <a:p>
            <a:r>
              <a:t>POINT AT: the orange dots on the chart. These are the broken spend values.</a:t>
            </a:r>
          </a:p>
          <a:p>
            <a:r>
              <a:t>NEXT: Once the data was clean, one chart changed my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There are two different kinds of churn hidden in one number.</a:t>
            </a:r>
          </a:p>
          <a:p>
            <a:r>
              <a:t>SAY:</a:t>
            </a:r>
          </a:p>
          <a:p>
            <a:r>
              <a:t>- This chart shows churn by "months since the member's last purchase".</a:t>
            </a:r>
          </a:p>
          <a:p>
            <a:r>
              <a:t>- Bought last month: about 3% leave. Missed 1 month: 38%. Missed 2 months: 81%. Missed 3 or more: almost 100%.</a:t>
            </a:r>
          </a:p>
          <a:p>
            <a:r>
              <a:t>- So the official churn rate of 34% mixes two groups:</a:t>
            </a:r>
          </a:p>
          <a:p>
            <a:r>
              <a:t>- LAPSED: 653 members who were already gone before April. A simple rule finds them.</a:t>
            </a:r>
          </a:p>
          <a:p>
            <a:r>
              <a:t>- ACTIVE: 1,715 members still shopping. Only 9.6% of them leave. This is where prediction really matters.</a:t>
            </a:r>
          </a:p>
          <a:p>
            <a:r>
              <a:t>- Any model looks brilliant on the lapsed group. So from now on I show results for ACTIVE members separately. That is the honest number.</a:t>
            </a:r>
          </a:p>
          <a:p>
            <a:r>
              <a:t>POINT AT: the blue bars (active) and then the orange bars (lapsed).</a:t>
            </a:r>
          </a:p>
          <a:p>
            <a:r>
              <a:t>NEXT: So what happens before an active member leaves?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Leaving has warning signs, about 2 months in advance.</a:t>
            </a:r>
          </a:p>
          <a:p>
            <a:r>
              <a:t>SAY:</a:t>
            </a:r>
          </a:p>
          <a:p>
            <a:r>
              <a:t>- I lined up every active member on their last purchase, and looked back 6 months.</a:t>
            </a:r>
          </a:p>
          <a:p>
            <a:r>
              <a:t>- Blue = members who stayed. Their behaviour is flat.</a:t>
            </a:r>
          </a:p>
          <a:p>
            <a:r>
              <a:t>- Orange = members who left. On average they buy less, use the app less and open fewer emails, and their support tickets jump.</a:t>
            </a:r>
          </a:p>
          <a:p>
            <a:r>
              <a:t>- This gives the business a 2-month window to act.</a:t>
            </a:r>
          </a:p>
          <a:p>
            <a:r>
              <a:t>- Three simple alarms that need no model:</a:t>
            </a:r>
          </a:p>
          <a:p>
            <a:r>
              <a:t>- spend drops by 40% or more: 37% of these members leave.</a:t>
            </a:r>
          </a:p>
          <a:p>
            <a:r>
              <a:t>- app used less than once every 2 months: 46% leave.</a:t>
            </a:r>
          </a:p>
          <a:p>
            <a:r>
              <a:t>- a formal complaint: 17% leave, compared with 9%.</a:t>
            </a:r>
          </a:p>
          <a:p>
            <a:r>
              <a:t>- All of these are statistically significant.</a:t>
            </a:r>
          </a:p>
          <a:p>
            <a:r>
              <a:t>POINT AT: the "Support tickets" panel. The orange line shoots up at the end.</a:t>
            </a:r>
          </a:p>
          <a:p>
            <a:r>
              <a:t>NEXT: Which signals matter most, and does membership tier protect 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Service problems and low engagement matter. Membership tier does not.</a:t>
            </a:r>
          </a:p>
          <a:p>
            <a:r>
              <a:t>SAY:</a:t>
            </a:r>
          </a:p>
          <a:p>
            <a:r>
              <a:t>- The brief asked about three things: tier, marketing engagement and support experience.</a:t>
            </a:r>
          </a:p>
          <a:p>
            <a:r>
              <a:t>- Support: YES. 3 or more tickets means 37% churn, compared with 4%.</a:t>
            </a:r>
          </a:p>
          <a:p>
            <a:r>
              <a:t>- Engagement: YES. App use and email opens are among the strongest signals in both models.</a:t>
            </a:r>
          </a:p>
          <a:p>
            <a:r>
              <a:t>- Tier: NO. Platinum members leave as often as Silver members (34% vs 35%). The expensive perks are not creating loyalty.</a:t>
            </a:r>
          </a:p>
          <a:p>
            <a:r>
              <a:t>- The bar at the bottom shows where the model's signal comes from: mostly behaviour and engagement.</a:t>
            </a:r>
          </a:p>
          <a:p>
            <a:r>
              <a:t>POINT AT: the "Tier" bullet on the right.</a:t>
            </a:r>
          </a:p>
          <a:p>
            <a:r>
              <a:t>NEXT: Before trusting any model, I tested it the honest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I tested the model the way it will really be used: learn from the past, predict the future.</a:t>
            </a:r>
          </a:p>
          <a:p>
            <a:r>
              <a:t>SAY:</a:t>
            </a:r>
          </a:p>
          <a:p>
            <a:r>
              <a:t>- A random split mixes past and future data. The results look better than they really are.</a:t>
            </a:r>
          </a:p>
          <a:p>
            <a:r>
              <a:t>- Instead I trained on July and October 2023, tuned on January 2024, and tested ONCE on the real April-June 2024 answers.</a:t>
            </a:r>
          </a:p>
          <a:p>
            <a:r>
              <a:t>- The model only sees the 6 months before each date. It never sees the future.</a:t>
            </a:r>
          </a:p>
          <a:p>
            <a:r>
              <a:t>- The scores are calibrated: "30% risk" really means about 30 in 100 such members leave. This matters for the money calculations later.</a:t>
            </a:r>
          </a:p>
          <a:p>
            <a:r>
              <a:t>- Engineering: every model run is tracked in MLflow, and the feature code also runs in Spark for Databricks. I tested that it gives identical results.</a:t>
            </a:r>
          </a:p>
          <a:p>
            <a:r>
              <a:t>POINT AT: the three boxes at the bottom. The honest test gives 0.81. The "cheating" columns would have given 0.87.</a:t>
            </a:r>
          </a:p>
          <a:p>
            <a:r>
              <a:t>NEXT: So how good is the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For active members, machine learning is about 2x better than a simple rule.</a:t>
            </a:r>
          </a:p>
          <a:p>
            <a:r>
              <a:t>SAY:</a:t>
            </a:r>
          </a:p>
          <a:p>
            <a:r>
              <a:t>- A simple rule ("has not bought recently") scores 0.46.</a:t>
            </a:r>
          </a:p>
          <a:p>
            <a:r>
              <a:t>- My machine-learning models score about 0.8. (1.0 is perfect. Random guessing would score about 0.10.)</a:t>
            </a:r>
          </a:p>
          <a:p>
            <a:r>
              <a:t>- Logistic regression won on the tuning data, so I chose it. It is simple and easy to explain. Gradient boosting is about the same.</a:t>
            </a:r>
          </a:p>
          <a:p>
            <a:r>
              <a:t>- At my chosen threshold the model flags 179 members, and it catches 3 out of 4 real leavers.</a:t>
            </a:r>
          </a:p>
          <a:p>
            <a:r>
              <a:t>- The calibration chart (bottom right) shows the risk percentages can be trusted.</a:t>
            </a:r>
          </a:p>
          <a:p>
            <a:r>
              <a:t>- I also tried a deep-learning model (a GRU). It scores slightly higher (0.82). My plan: run it in the background for one quarter, and switch only if it stays better.</a:t>
            </a:r>
          </a:p>
          <a:p>
            <a:r>
              <a:t>POINT AT: the table. The bold row is the model I chose.</a:t>
            </a:r>
          </a:p>
          <a:p>
            <a:r>
              <a:t>NEXT: A score alone is not enough. People need to know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Every member gets a risk score, three reasons, and a ready-to-send message.</a:t>
            </a:r>
          </a:p>
          <a:p>
            <a:r>
              <a:t>SAY:</a:t>
            </a:r>
          </a:p>
          <a:p>
            <a:r>
              <a:t>- Left: what pushes risk up for the whole group: low purchases, low app and email use, and recent support tickets.</a:t>
            </a:r>
          </a:p>
          <a:p>
            <a:r>
              <a:t>- Right: what the store team sees for EACH member: the risk, plus 3 reasons in plain English.</a:t>
            </a:r>
          </a:p>
          <a:p>
            <a:r>
              <a:t>- One honest caution: these reasons explain the model. They do not prove cause. That is why I recommend a test before spending at scale.</a:t>
            </a:r>
          </a:p>
          <a:p>
            <a:r>
              <a:t>- The last step is automated too. An AI writes the message or call script from the same 3 reasons.</a:t>
            </a:r>
          </a:p>
          <a:p>
            <a:r>
              <a:t>- Safety checks block made-up promo codes, wrong apologies and any mention of tracking. If the AI fails a check, a safe template is used.</a:t>
            </a:r>
          </a:p>
          <a:p>
            <a:r>
              <a:t>POINT AT: one member card on the right.</a:t>
            </a:r>
          </a:p>
          <a:p>
            <a:r>
              <a:t>NEXT: Do we really need behaviour data, or is basic customer information enough?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Behaviour predicts churn. Age, city and tier alone do not.</a:t>
            </a:r>
          </a:p>
          <a:p>
            <a:r>
              <a:t>SAY:</a:t>
            </a:r>
          </a:p>
          <a:p>
            <a:r>
              <a:t>- I added the data groups one at a time (the bars on the right).</a:t>
            </a:r>
          </a:p>
          <a:p>
            <a:r>
              <a:t>- Demographics only: 0.11. That is no better than guessing.</a:t>
            </a:r>
          </a:p>
          <a:p>
            <a:r>
              <a:t>- Add purchase behaviour: 0.66. Add engagement: 0.77. Add support: 0.80.</a:t>
            </a:r>
          </a:p>
          <a:p>
            <a:r>
              <a:t>- Even without "months since last purchase", the model still scores about 0.8. So it finds real early warning signs.</a:t>
            </a:r>
          </a:p>
          <a:p>
            <a:r>
              <a:t>- Left chart, by city and tier: the differences are small. Austin and Columbus are the highest; members who joined in 2024 are the lowest.</a:t>
            </a:r>
          </a:p>
          <a:p>
            <a:r>
              <a:t>- So use segments to decide WHO acts (which store team), not WHO to target.</a:t>
            </a:r>
          </a:p>
          <a:p>
            <a:r>
              <a:t>NEXT: Now the most important part for the business: the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Targeting turns retention from a loss into a profit.</a:t>
            </a:r>
          </a:p>
          <a:p>
            <a:r>
              <a:t>SAY:</a:t>
            </a:r>
          </a:p>
          <a:p>
            <a:r>
              <a:t>- My assumptions, stated clearly: a $10 coupon lowers a member's churn risk by 15%. A $15 service call lowers it by 25%. A member's value is 6 months of their spending, at a 25% margin.</a:t>
            </a:r>
          </a:p>
          <a:p>
            <a:r>
              <a:t>- Today's coupon for everyone costs about $24k and loses $15.4k. Most people were staying anyway, or had already left.</a:t>
            </a:r>
          </a:p>
          <a:p>
            <a:r>
              <a:t>- My plan gives each member at most one action, and only when it pays back. About 43 members are kept, for $3.9k. That is a $3.6k profit.</a:t>
            </a:r>
          </a:p>
          <a:p>
            <a:r>
              <a:t>- Calling everyone with support tickets loses money. Calling only the members the model flags makes money.</a:t>
            </a:r>
          </a:p>
          <a:p>
            <a:r>
              <a:t>- Targeting still breaks even if the offers work only about 60% as well as I assumed. The coupon for everyone never breaks even.</a:t>
            </a:r>
          </a:p>
          <a:p>
            <a:r>
              <a:t>POINT AT: the red bar (today's approach), then the green bar (my plan).</a:t>
            </a:r>
          </a:p>
          <a:p>
            <a:r>
              <a:t>NEXT: So here is what I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POINT: Six actions for the next 90 days.</a:t>
            </a:r>
          </a:p>
          <a:p>
            <a:r>
              <a:t>SAY:</a:t>
            </a:r>
          </a:p>
          <a:p>
            <a:r>
              <a:t>1. Report the two kinds of churn separately, and add an alert after 60 days with no purchase.</a:t>
            </a:r>
          </a:p>
          <a:p>
            <a:r>
              <a:t>2. Score every member each month, and give each one the single best action.</a:t>
            </a:r>
          </a:p>
          <a:p>
            <a:r>
              <a:t>3. Fix support problems fast, inside the 2-month warning window.</a:t>
            </a:r>
          </a:p>
          <a:p>
            <a:r>
              <a:t>4. Try free nudges (app and email) before paid offers.</a:t>
            </a:r>
          </a:p>
          <a:p>
            <a:r>
              <a:t>5. Rethink tier perks. Platinum is not buying loyalty.</a:t>
            </a:r>
          </a:p>
          <a:p>
            <a:r>
              <a:t>6. Prove it before scaling: keep 20% of flagged members as a control group. About 729 flagged members are enough to measure a 15% effect.</a:t>
            </a:r>
          </a:p>
          <a:p>
            <a:r>
              <a:t>- Everything rebuilds with one command, and there is a live dashboard for the CRM team.</a:t>
            </a:r>
          </a:p>
          <a:p>
            <a:r>
              <a:t>OPTIONAL (about 60 seconds, only if time allows): open the live dashboard, click a high-risk member, click "Draft with AI", then move one slider in the simulator.</a:t>
            </a:r>
          </a:p>
          <a:p>
            <a:r>
              <a:t>- 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E3CF"/>
                </a:solidFill>
                <a:latin typeface="Calibri"/>
              </a:rPr>
              <a:t>SILENT CART  ·  FRESHBASKET LOYALTY CHURN PREDICTION &amp; RETENTION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Most of our churn has already happened.
Here is how to stop the rest.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E3CF"/>
                </a:solidFill>
                <a:latin typeface="Calibri"/>
              </a:rPr>
              <a:t>Who is at risk, why, what to do, and what it is worth: from 18 months of loyalty data on 2,600 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Guru Prasaath D</a:t>
            </a:r>
            <a:r>
              <a:rPr sz="1200" b="0" i="0">
                <a:solidFill>
                  <a:srgbClr val="BFE3CF"/>
                </a:solidFill>
                <a:latin typeface="Calibri"/>
              </a:rPr>
              <a:t>   ·   Data Science  ·  Tailwyndz Propel Internship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The answer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libri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of 'churners' had already stopped buying before April. They need win-back, not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of at-risk Active members caught at 70% precision, on an unseen quarter (base rate 9.6%)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for Active members with 3+ support tickets, vs 4% with none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+$3.6k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net from a next-best-action playbook vs −$15.4k for today's blanket coupon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11091672" cy="1783080"/>
          </a:xfrm>
          <a:prstGeom prst="roundRect">
            <a:avLst>
              <a:gd name="adj" fmla="val 8000"/>
            </a:avLst>
          </a:prstGeom>
          <a:solidFill>
            <a:srgbClr val="17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434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FE3CF"/>
                </a:solidFill>
                <a:latin typeface="Calibri"/>
              </a:rPr>
              <a:t>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Split the KPI: </a:t>
            </a:r>
            <a:r>
              <a:rPr sz="1500" b="0">
                <a:solidFill>
                  <a:srgbClr val="FFFFFF"/>
                </a:solidFill>
                <a:latin typeface="Calibri"/>
              </a:rPr>
              <a:t>Lapsed (win-back) vs At-risk Active (retention), plus a 60-day no-purchase trigger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Score monthly, act selectively: </a:t>
            </a:r>
            <a:r>
              <a:rPr sz="1500" b="0">
                <a:solidFill>
                  <a:srgbClr val="FFFFFF"/>
                </a:solidFill>
                <a:latin typeface="Calibri"/>
              </a:rPr>
              <a:t>service call, personalised coupon or win-back, chosen per member by expected value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Prove it: </a:t>
            </a:r>
            <a:r>
              <a:rPr sz="1500" b="0">
                <a:solidFill>
                  <a:srgbClr val="FFFFFF"/>
                </a:solidFill>
                <a:latin typeface="Calibri"/>
              </a:rPr>
              <a:t>20% hold-out control group for one quarter before scaling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We fixed the data before trusting it, and found the label leaks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36776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Hidden header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01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Every sheet has a title banner; a default read silently breaks columns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048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6829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Duplicates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7004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71 exact duplicates + 2 sign-flipped customer-month conflicts removed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7296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1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Corrupted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3814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55 negative, zero or 9-15x inflated values rebuilt from spend = transactions x basket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41063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04487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Impossible zeros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2,105 'categories / coupons' values in zero-transaction months set to 0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709159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72583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Missing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9743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953 member-months absent: treated as missing data, never as zero activity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Leaky label columns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4243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MONTHS_OBSERVED, LAST_PURCHASE_DATE, INSUFFICIENT_HISTORY_FLAG use Apr-Jun data: excluded</a:t>
            </a:r>
          </a:p>
        </p:txBody>
      </p:sp>
      <p:pic>
        <p:nvPicPr>
          <p:cNvPr id="23" name="Picture 22" descr="01_dq_spend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201" y="1463040"/>
            <a:ext cx="5191276" cy="36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09360" y="530352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Leakage check: </a:t>
            </a:r>
            <a:r>
              <a:rPr sz="1300" b="0" i="0">
                <a:solidFill>
                  <a:srgbClr val="1B1B1B"/>
                </a:solidFill>
                <a:latin typeface="Calibri"/>
              </a:rPr>
              <a:t>adding the leaky columns would inflate Active-member PR-AUC from 0.80 to 0.87. An automated test also proves our features ignore all post-cut-off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WHAT CHURN REALLY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Two different churn problems hide inside one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4</a:t>
            </a:r>
          </a:p>
        </p:txBody>
      </p:sp>
      <p:pic>
        <p:nvPicPr>
          <p:cNvPr id="5" name="Picture 4" descr="03_recency_cliff_two_ch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2841"/>
            <a:ext cx="7040880" cy="45467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00200"/>
            <a:ext cx="3931920" cy="20574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764792"/>
            <a:ext cx="3474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B6834"/>
                </a:solidFill>
                <a:latin typeface="Calibri"/>
              </a:rPr>
              <a:t>653 · 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280920"/>
            <a:ext cx="3474720" cy="1330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LAPSED: no purchase in Jan-Mar 2024. They left before the window opened. Action: win-back campaign, identified by a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840480"/>
            <a:ext cx="3931920" cy="20574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4005072"/>
            <a:ext cx="3474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E7D5B"/>
                </a:solidFill>
                <a:latin typeface="Calibri"/>
              </a:rPr>
              <a:t>1,715 · 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4521200"/>
            <a:ext cx="3474720" cy="1330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ACTIVE: bought in Jan-Mar 2024. A genuine early-warning problem. Action: model + targeted retention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EARLY-WARNING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Churn has a fingerprint, and a two-month window to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5</a:t>
            </a:r>
          </a:p>
        </p:txBody>
      </p:sp>
      <p:pic>
        <p:nvPicPr>
          <p:cNvPr id="5" name="Picture 4" descr="04_churn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64" y="1417320"/>
            <a:ext cx="10478591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37%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if spend fell 40%+ vs prior quarter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with under 0.5 app sessions /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17% vs 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with vs without a recent formal complaint (p &lt; 0.001)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WHAT DRIVES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Support experience and engagement matter. Tier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6</a:t>
            </a:r>
          </a:p>
        </p:txBody>
      </p:sp>
      <p:pic>
        <p:nvPicPr>
          <p:cNvPr id="5" name="Picture 4" descr="05_engagement_support_vs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4063"/>
            <a:ext cx="7498079" cy="2569712"/>
          </a:xfrm>
          <a:prstGeom prst="rect">
            <a:avLst/>
          </a:prstGeom>
        </p:spPr>
      </p:pic>
      <p:pic>
        <p:nvPicPr>
          <p:cNvPr id="6" name="Picture 5" descr="12_shap_by_feature_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883" y="4206240"/>
            <a:ext cx="4692712" cy="2148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600200"/>
            <a:ext cx="34747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Support: </a:t>
            </a:r>
            <a:r>
              <a:rPr sz="1400" b="0">
                <a:solidFill>
                  <a:srgbClr val="1B1B1B"/>
                </a:solidFill>
                <a:latin typeface="Calibri"/>
              </a:rPr>
              <a:t>3+ tickets in 6 months means 37% churn vs 4%. A complaint roughly doubles risk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Engagement: </a:t>
            </a:r>
            <a:r>
              <a:rPr sz="1400" b="0">
                <a:solidFill>
                  <a:srgbClr val="1B1B1B"/>
                </a:solidFill>
                <a:latin typeface="Calibri"/>
              </a:rPr>
              <a:t>app use and email opens are top-3 SHAP drivers in both models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Tier: </a:t>
            </a:r>
            <a:r>
              <a:rPr sz="1400" b="0">
                <a:solidFill>
                  <a:srgbClr val="1B1B1B"/>
                </a:solidFill>
                <a:latin typeface="Calibri"/>
              </a:rPr>
              <a:t>Platinum churns like Silver (34% vs 35%); tier, age and tenure not significant (q &gt; 0.6)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Signal split: </a:t>
            </a:r>
            <a:r>
              <a:rPr sz="1400" b="0">
                <a:solidFill>
                  <a:srgbClr val="1B1B1B"/>
                </a:solidFill>
                <a:latin typeface="Calibri"/>
              </a:rPr>
              <a:t>behaviour + engagement = 73% (logistic) / 86% (boosting) of SHAP attribution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Validated the way it will be used: train on the past, test on an unseen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1B1B"/>
                </a:solidFill>
                <a:latin typeface="Calibri"/>
              </a:rPr>
              <a:t>Jul-23 &amp; Oct-23 snapshots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Labels: Jul-Dec 2023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1" y="2130552"/>
            <a:ext cx="182880" cy="274320"/>
          </a:xfrm>
          <a:prstGeom prst="rightArrow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79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8CC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1B1B"/>
                </a:solidFill>
                <a:latin typeface="Calibri"/>
              </a:rPr>
              <a:t>Jan-24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Model choice, calibration, threshold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45551" y="2130552"/>
            <a:ext cx="182880" cy="274320"/>
          </a:xfrm>
          <a:prstGeom prst="rightArrow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17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TEST · reported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Apr-24 snapshot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Official Apr-Jun 2024 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11064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Rolling-origin snapshots: </a:t>
            </a:r>
            <a:r>
              <a:rPr sz="1400" b="0">
                <a:solidFill>
                  <a:srgbClr val="1B1B1B"/>
                </a:solidFill>
                <a:latin typeface="Calibri"/>
              </a:rPr>
              <a:t>the churn definition is replayed at earlier cut-offs (99.8% agreement with the official label), giving honest out-of-time data. No random split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Leakage-safe features: </a:t>
            </a:r>
            <a:r>
              <a:rPr sz="1400" b="0">
                <a:solidFill>
                  <a:srgbClr val="1B1B1B"/>
                </a:solidFill>
                <a:latin typeface="Calibri"/>
              </a:rPr>
              <a:t>last 6 months only; recency, 3-vs-3-month trends, engagement, support, history, profile (42 features)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Imbalance: </a:t>
            </a:r>
            <a:r>
              <a:rPr sz="1400" b="0">
                <a:solidFill>
                  <a:srgbClr val="1B1B1B"/>
                </a:solidFill>
                <a:latin typeface="Calibri"/>
              </a:rPr>
              <a:t>class / sample weights, then Platt calibration so scores are real probabilities, then F1-optimal threshold on validation Active members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Four models: </a:t>
            </a:r>
            <a:r>
              <a:rPr sz="1400" b="0">
                <a:solidFill>
                  <a:srgbClr val="1B1B1B"/>
                </a:solidFill>
                <a:latin typeface="Calibri"/>
              </a:rPr>
              <a:t>recency rule (baseline), logistic regression, random forest, gradient boosting; tracked in MLflow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Scale-ready: </a:t>
            </a:r>
            <a:r>
              <a:rPr sz="1400" b="0">
                <a:solidFill>
                  <a:srgbClr val="1B1B1B"/>
                </a:solidFill>
                <a:latin typeface="Calibri"/>
              </a:rPr>
              <a:t>PySpark port of the feature pipeline matches pandas exactly on all 4 snapshots, ready for Databricks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F6B66"/>
                </a:solidFill>
                <a:latin typeface="Calibri"/>
              </a:rPr>
              <a:t>Active-member PR-AUC under different validation set-ups (gradient boosting)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E7D5B"/>
                </a:solidFill>
                <a:latin typeface="Calibri"/>
              </a:rPr>
              <a:t>0.81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Out-of-time test, clean features (reported)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F6B66"/>
                </a:solidFill>
                <a:latin typeface="Calibri"/>
              </a:rPr>
              <a:t>0.80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Random 5-fold CV: behaviour is stable over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B6834"/>
                </a:solidFill>
                <a:latin typeface="Calibri"/>
              </a:rPr>
              <a:t>0.87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Random CV + leaky label columns: inflation avoided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MODEL RESULTS · UNSEEN APR-JUN 2024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On Active members, machine learning roughly doubles what a recency rule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463040"/>
                <a:gridCol w="822960"/>
                <a:gridCol w="868680"/>
                <a:gridCol w="640080"/>
                <a:gridCol w="548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PR-AUC (95% CI)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Recency rule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0.46 (0.39-0.54)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0.79 (0.73-0.85)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0.78 (0.71-0.83)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0.81 (0.75-0.86)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7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03884"/>
            <a:ext cx="5029200" cy="24443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Selected: </a:t>
            </a:r>
            <a:r>
              <a:rPr sz="1300" b="0">
                <a:solidFill>
                  <a:srgbClr val="1B1B1B"/>
                </a:solidFill>
                <a:latin typeface="Calibri"/>
              </a:rPr>
              <a:t>Logistic regression (best of the tabular models on validation). A GRU sequence model (PyTorch) scores 0.82, likely better: shadow-test it next quarter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At threshold 0.37: </a:t>
            </a:r>
            <a:r>
              <a:rPr sz="1300" b="0">
                <a:solidFill>
                  <a:srgbClr val="1B1B1B"/>
                </a:solidFill>
                <a:latin typeface="Calibri"/>
              </a:rPr>
              <a:t>catches 76% of Active churners, 70% precision; top 10% of scores = 7.5x lift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Honest framing: </a:t>
            </a:r>
            <a:r>
              <a:rPr sz="1300" b="0">
                <a:solidFill>
                  <a:srgbClr val="1B1B1B"/>
                </a:solidFill>
                <a:latin typeface="Calibri"/>
              </a:rPr>
              <a:t>on all members every model scores PR-AUC &gt; 0.94 because lapsed members are easy. That number would mislead</a:t>
            </a:r>
          </a:p>
        </p:txBody>
      </p:sp>
      <p:pic>
        <p:nvPicPr>
          <p:cNvPr id="8" name="Picture 7" descr="09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418" y="4526280"/>
            <a:ext cx="355748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EXPLAINABILITY (SHAP)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Every member gets a score and three reasons the CRM team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9</a:t>
            </a:r>
          </a:p>
        </p:txBody>
      </p:sp>
      <p:pic>
        <p:nvPicPr>
          <p:cNvPr id="5" name="Picture 4" descr="11_shap_summary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5190"/>
            <a:ext cx="5760720" cy="36362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F6B66"/>
                </a:solidFill>
                <a:latin typeface="Calibri"/>
              </a:rPr>
              <a:t>From outputs/churn_predictions.csv (high-risk Active members)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9568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502373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9385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100%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2860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4 support tickets in last 3m  ·  Transactions trending down (-1.8/month)  ·  1.0 transactions/month (last 3m)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2004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3284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500989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33101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99%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6576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4 support tickets in last 3m  ·  1.0 transactions/month (last 3m)  ·  Transactions trending down (-0.9/month)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5720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47000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502561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6817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98%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0292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Transactions trending down (-1.5/month)  ·  2 support tickets in last 3m  ·  1.0 transactions/month (last 3m)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94360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F6B66"/>
                </a:solidFill>
                <a:latin typeface="Calibri"/>
              </a:rPr>
              <a:t>Drivers are SHAP contributions, grouped so the three reasons are always distinct (e.g. not three ways of saying 'stopped buying').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ABLATION &amp; 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Behaviour predicts churn. Demographics alone are no better than chance.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10</a:t>
            </a:r>
          </a:p>
        </p:txBody>
      </p:sp>
      <p:pic>
        <p:nvPicPr>
          <p:cNvPr id="5" name="Picture 4" descr="13_segment_risk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2747"/>
            <a:ext cx="6492240" cy="2686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14% vs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predicted risk, Austin vs Nashville (riskiest vs safest city)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8% vs 11%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Platinum vs Silver predicted risk; observed churn is flat across tiers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2896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1496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predicted risk for 2024 joiners: a honeymoon 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PR-AUC on Active members (test quarter)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874519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Demographics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911095"/>
            <a:ext cx="196596" cy="274320"/>
          </a:xfrm>
          <a:prstGeom prst="roundRect">
            <a:avLst/>
          </a:prstGeom>
          <a:solidFill>
            <a:srgbClr val="B8C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4916" y="1874519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38658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B1B"/>
                </a:solidFill>
                <a:latin typeface="Calibri"/>
              </a:rPr>
              <a:t>+ Behavioural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423160"/>
            <a:ext cx="1206642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24962" y="238658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B1B"/>
                </a:solidFill>
                <a:latin typeface="Calibri"/>
              </a:rPr>
              <a:t>+ Engagement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935224"/>
            <a:ext cx="1415856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34176" y="28986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41071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+ Support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3447288"/>
            <a:ext cx="1459565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77885" y="34107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9227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All features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3959352"/>
            <a:ext cx="1475110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893430" y="392277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572000"/>
            <a:ext cx="4480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Base rate is 9.6%: </a:t>
            </a:r>
            <a:r>
              <a:rPr sz="1300" b="0">
                <a:solidFill>
                  <a:srgbClr val="1B1B1B"/>
                </a:solidFill>
                <a:latin typeface="Calibri"/>
              </a:rPr>
              <a:t>demographics-only adds nothing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Engagement adds +0.11, support +0.02 </a:t>
            </a:r>
            <a:r>
              <a:rPr sz="1300" b="0">
                <a:solidFill>
                  <a:srgbClr val="1B1B1B"/>
                </a:solidFill>
                <a:latin typeface="Calibri"/>
              </a:rPr>
              <a:t>on top of behaviour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Segments </a:t>
            </a:r>
            <a:r>
              <a:rPr sz="1300" b="0">
                <a:solidFill>
                  <a:srgbClr val="1B1B1B"/>
                </a:solidFill>
                <a:latin typeface="Calibri"/>
              </a:rPr>
              <a:t>differ far less than behaviour: use them for logistics (which team, which channel), not for targeting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RETENTION SCENARIOS · THIS COHORT, NEXT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Targeting turns retention from a cost into a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11</a:t>
            </a:r>
          </a:p>
        </p:txBody>
      </p:sp>
      <p:pic>
        <p:nvPicPr>
          <p:cNvPr id="5" name="Picture 4" descr="14_retentio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71600"/>
            <a:ext cx="7232775" cy="2377440"/>
          </a:xfrm>
          <a:prstGeom prst="rect">
            <a:avLst/>
          </a:prstGeom>
        </p:spPr>
      </p:pic>
      <p:pic>
        <p:nvPicPr>
          <p:cNvPr id="6" name="Picture 5" descr="15_scenario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18" y="3840480"/>
            <a:ext cx="4901922" cy="2514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463040"/>
            <a:ext cx="3108960" cy="132588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libri"/>
              </a:rPr>
              <a:t>−$15.4k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169160"/>
            <a:ext cx="2651760" cy="574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Blanket coupon to all 2,368 members: $23.7k spent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292608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309067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E7D5B"/>
                </a:solidFill>
                <a:latin typeface="Calibri"/>
              </a:rPr>
              <a:t>+$3.6k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632200"/>
            <a:ext cx="265176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Next-best-action playbook: 549 members, $3.9k spent, ~43 churners prevented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572000"/>
            <a:ext cx="6035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Support outreach: </a:t>
            </a:r>
            <a:r>
              <a:rPr sz="1300" b="0">
                <a:solidFill>
                  <a:srgbClr val="1B1B1B"/>
                </a:solidFill>
                <a:latin typeface="Calibri"/>
              </a:rPr>
              <a:t>call everyone with tickets = −$2.3k; call only model-flagged = +$1.4k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Model what-if: </a:t>
            </a:r>
            <a:r>
              <a:rPr sz="1300" b="0">
                <a:solidFill>
                  <a:srgbClr val="1B1B1B"/>
                </a:solidFill>
                <a:latin typeface="Calibri"/>
              </a:rPr>
              <a:t>resolving tickets cuts their mean risk 23% → 14% (upper bound)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Robust: </a:t>
            </a:r>
            <a:r>
              <a:rPr sz="1300" b="0">
                <a:solidFill>
                  <a:srgbClr val="1B1B1B"/>
                </a:solidFill>
                <a:latin typeface="Calibri"/>
              </a:rPr>
              <a:t>targeted coupon breaks even at 9% uplift (assumed 15%); blanket never does in range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FE3CF"/>
                </a:solidFill>
                <a:latin typeface="Calibri"/>
              </a:rPr>
              <a:t>WHAT TO DO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Recommendations: a 90-day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9476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7393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Redefine the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0312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Report Lapsed and At-risk Active separately; add a 60-day no-purchase 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73368" y="19476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7393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Run the playbook monthly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10312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Score all members; route each to service call, coupon, win-back or no action by expected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52928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154680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8094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Fix the support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10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Close tickets within the 2-month window; prioritise model-flagged 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52928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3154680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98094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Free nudges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310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Spend drop of 40%+ or app use under 0.5/month triggers app push and preferred-category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5993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9808" y="436168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879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Rethink tier perks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1713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Platinum ≠ loyal: pilot engagement-based rewards, not spend-only tiers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05993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3368" y="436168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879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Prove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51713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20% hold-out: ~729 flagged members detect a 15% uplift; replace assumptions with measurements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Production path on the Tailwyndz stack:  </a:t>
            </a:r>
            <a:r>
              <a:rPr sz="1300" b="0" i="0">
                <a:solidFill>
                  <a:srgbClr val="BFE3CF"/>
                </a:solidFill>
                <a:latin typeface="Calibri"/>
              </a:rPr>
              <a:t>Azure Data Factory → Delta (Databricks) → PySpark features → MLflow champion model → CRM queue + Dash Retention Console (Databricks Apps)  ·  monitor PR-AUC, calibration &amp; PSI drift monthly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